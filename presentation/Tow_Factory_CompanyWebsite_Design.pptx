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066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AA7AC1-11A3-A420-493C-2CD1A0B4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3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00B22-5773-146B-8FD4-72E1BD241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1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50FD8-57DD-05DE-DF71-BDB02CC6D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1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1C1D2-CF8E-48C1-79EA-5C4D167FE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2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BA4B81-EA3D-8B0B-BFBE-7BA9CC245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5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77355B-3264-8EC4-ED73-96DAD6624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3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D5FB0-F1E8-48AB-C0B5-CED5E42E2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75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F2394D-5386-F128-713C-0BE0462CD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3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A319D8-6DD4-FB8B-A204-13C5E7D09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6DFF97-EDCB-5331-E206-6CA04CF50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1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Reniel Galang</cp:lastModifiedBy>
  <cp:revision>4</cp:revision>
  <dcterms:created xsi:type="dcterms:W3CDTF">2026-07-30T01:45:13Z</dcterms:created>
  <dcterms:modified xsi:type="dcterms:W3CDTF">2026-07-30T10:27:55Z</dcterms:modified>
</cp:coreProperties>
</file>