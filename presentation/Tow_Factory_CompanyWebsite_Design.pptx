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3" r:id="rId11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55" d="100"/>
          <a:sy n="55" d="100"/>
        </p:scale>
        <p:origin x="65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10660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DAA7AC1-11A3-A420-493C-2CD1A0B459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7230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0E00B22-5773-146B-8FD4-72E1BD2418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8812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AD50FD8-57DD-05DE-DF71-BDB02CC6D8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74107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B1C1D2-CF8E-48C1-79EA-5C4D167FEE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2260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EBA4B81-EA3D-8B0B-BFBE-7BA9CC245D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4050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277355B-3264-8EC4-ED73-96DAD6624D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934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77D5FB0-F1E8-48AB-C0B5-CED5E42E2A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7594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EF2394D-5386-F128-713C-0BE0462CD2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3633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5A319D8-6DD4-FB8B-A204-13C5E7D09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4796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66DFF97-EDCB-5331-E206-6CA04CF50D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8416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0</Words>
  <Application>Microsoft Office PowerPoint</Application>
  <PresentationFormat>Custom</PresentationFormat>
  <Paragraphs>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2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PLAI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Tow-Factory-WebDesign</dc:title>
  <dc:subject>Company-Website-Design</dc:subject>
  <dc:creator>PLAI QG Dev RG</dc:creator>
  <cp:lastModifiedBy>Reniel Galang</cp:lastModifiedBy>
  <cp:revision>4</cp:revision>
  <dcterms:created xsi:type="dcterms:W3CDTF">2026-07-30T01:45:13Z</dcterms:created>
  <dcterms:modified xsi:type="dcterms:W3CDTF">2026-07-30T10:27:55Z</dcterms:modified>
</cp:coreProperties>
</file>